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大家好，欢迎来到第七课！上节课我们搭建了职业照生成的工作流，今天，我们将学习第二个案例——金句图文工作流。通过这个案例，我们将看到AI如何帮助我们完成内容创作，让图文制作变得更加简单高效。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今天的课程有三个目标：首先，通过第二个案例，巩固大家对工作流的理解；其次，要让大家看到AI在内容创作方面的能力；最后，希望大家能意识到，图文制作也可以变得自动化。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什么要做金句图文工作流呢？因为在学习和生活中，我们经常需要制作各种图文内容，比如发朋友圈、做学习笔记、设计海报等。但手动制作这些内容非常麻烦。而工作流可以帮我们把这些步骤自动化，让我们轻松做出漂亮的图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这个工作流的流程也很清晰。首先，我们输入一个主题或一句金句。然后，AI会依次完成写文案、配图片、设计版式这三个处理步骤。最后，我们就能得到一张精美的金句图文作为输出。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第一步，输入内容。我们需要在工作流的开始，输入一个主题或者一句你喜欢的金句。这里要注意，输入的内容越具体，AI越能理解你的想法，生成的内容也会更符合你的预期。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处理节点。这是工作流的核心部分。AI会依次完成写文案、配图片和设计版式这三个步骤。大家看，AI首先根据我们输入的主题写出一段优美的文案，然后为文案配上合适的图片，最后把它们组合成一张漂亮的图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第三步，输出结果。经过前面的处理，我们最终得到了一张精美的金句图文。我们可以选择不同的格式和尺寸来下载它，无论是发朋友圈还是制作海报，都非常方便。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现在轮到大家来创作了！谁愿意分享一句你喜欢的话，或者一句校园里的金句？我们来现场用工作流把它变成一张精美的图文！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同一个主题，在不同的场景下，风格也应该有所不同。比如，为毕业季做的图文和为运动会做的图文，感觉肯定不一样。大家分组讨论一下，如果要做毕业季、运动会或者班级口号的图文，风格应该怎么调整？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今天的课程就到这里。我们学习了第二个工作流案例，看到了AI在内容创作方面的强大能力。大家要记住，输入决定输出，通过调整输入，我们可以得到不同风格的图文内容。下节课，我们将对整个课程进行总结，并一起展望AI的未来。感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jpe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6.svg"/><Relationship Id="rId10" Type="http://schemas.openxmlformats.org/officeDocument/2006/relationships/image" Target="../media/image25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1.jpe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2.jpe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9.svg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5240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007BFF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第7课：搭建型案例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</a:t>
            </a: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：金句图文工作流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3422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  <a:effectLst>
            <a:outerShdw blurRad="63500" dir="2700000" algn="tl" rotWithShape="0">
              <a:srgbClr val="007BFF">
                <a:alpha val="80000"/>
              </a:srgbClr>
            </a:outerShdw>
          </a:effectLst>
        </p:spPr>
      </p:cxnSp>
      <p:sp>
        <p:nvSpPr>
          <p:cNvPr id="7" name="AutoShape 7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 AI 打造你的专属图文内容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2006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17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强化理解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通过案例进一步强化对工作流“输入-处理-输出”结构的理解。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540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317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拓展认知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619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了解AI不仅能处理工具类任务，也能服务于表达、审美和内容组织。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540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82000" y="317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形成意识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619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建立“图文内容也可以被流程化、自动化完成”的新认识。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为什么需要金句图文工作流？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62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1336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高频应用场景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社交媒体分享、海报制作、学习笔记整理及班级文化墙设计等。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687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33401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传统制作痛点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构思文案、寻找配图、设计版式耗时费力，且对审美设计能力有门槛。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775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45466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AI工作流优势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一键生成符合主题的文案、配图和版式，轻松产出高质量图文内容。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239000" y="2286000"/>
            <a:ext cx="3683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t="158" b="158"/>
          <a:stretch>
            <a:fillRect/>
          </a:stretch>
        </p:blipFill>
        <p:spPr>
          <a:xfrm>
            <a:off x="7302500" y="2362200"/>
            <a:ext cx="3556000" cy="1993900"/>
          </a:xfrm>
          <a:prstGeom prst="roundRect">
            <a:avLst>
              <a:gd name="adj" fmla="val 509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7239000" y="4572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▲ 数字内容创作场景示例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金句图文工作流的基本流程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0500" y="2540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输入主题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输入核心主题或金句，如“青春奋斗”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21000" y="2286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540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0480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生成文案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480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AI根据主题自动生成一段相关的优质文案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0" y="2286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8500" y="2540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070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生成配图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070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基于文案内容，智能生成匹配的图片素材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39000" y="2286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500" y="2540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设计版式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660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自动组合文案与图片，设计美观的图文排版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98000" y="2286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96500" y="2540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250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输出结果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生成并下载最终的精美金句图文作品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第一步：输入内容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2108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操作步骤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在工作流的起始节点，我们需要输入一个主题或一句金句作为输入，开启创作流程。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55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3505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输入的内容越具体、越有明确的情感倾向，AI生成的文案和配图就越贴合我们的需求，避免过于宽泛的描述。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l="10000" t="10000" r="10000" b="10000"/>
          <a:stretch>
            <a:fillRect/>
          </a:stretch>
        </p:blipFill>
        <p:spPr>
          <a:xfrm>
            <a:off x="6858000" y="2159000"/>
            <a:ext cx="4064000" cy="2286000"/>
          </a:xfrm>
          <a:prstGeom prst="roundRect">
            <a:avLst>
              <a:gd name="adj" fmla="val 5555"/>
            </a:avLst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7BFF">
                <a:alpha val="4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858000" y="457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输入界面示意图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8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55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第二步：处理节点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622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1336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AI生成文案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根据输入的主题或金句，创作富有文采和情感的文案。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687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3401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AI生成配图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依据文案意境与关键词，自动生成风格匹配的图片素材。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7752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5466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AI设计版式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组合文案与图片，自动优化排版、配色及布局，生成美观版式。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77000" y="2032000"/>
            <a:ext cx="4572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t="65" b="65"/>
          <a:stretch>
            <a:fillRect/>
          </a:stretch>
        </p:blipFill>
        <p:spPr>
          <a:xfrm>
            <a:off x="6604000" y="2159000"/>
            <a:ext cx="4318000" cy="2425700"/>
          </a:xfrm>
          <a:prstGeom prst="roundRect">
            <a:avLst>
              <a:gd name="adj" fmla="val 523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477000" y="482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▲ AI 自动化处理流程示意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第三步：输出结果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ap="flat" cmpd="sng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349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最终效果呈现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730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经过智能排版与渲染，工作流将自动输出一张设计精美的金句图文，视觉效果专业统一。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000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灵活输出配置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4381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支持JPG/PNG等多种格式，可自定义尺寸，适配朋友圈、海报等不同发布场景。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159000"/>
            <a:ext cx="4064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31000" y="2357438"/>
            <a:ext cx="3810000" cy="21431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604000" y="482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▲ 金句图文效果预览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互动环节：现场生成金句图文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互动任务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邀请同学们现场分享一句自己喜欢的主题句或校园金句，发挥你的创意。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794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选择一句学生提供的金句，输入到工作流中，现场生成对应的图文内容，并实时展示。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“让我们一起见证灵感的瞬间转化”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互动环节：讨论风格变化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717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78000"/>
            <a:ext cx="889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互动问题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如果我们要为不同的场景制作金句图文，比如毕业季、运动会、班级口号，风格应该如何调整？</a:t>
            </a:r>
            <a:endParaRPr lang="en-US" sz="18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767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683000"/>
            <a:ext cx="889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引导方向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引导学生思考不同场景下的情感基调（如毕业季的怀念、运动会的激情、班级口号的励志），以及对应的视觉风格（如色彩、字体、配图）。</a:t>
            </a:r>
            <a:endParaRPr lang="en-US" sz="18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558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请分组讨论并派代表分享观点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381000"/>
            <a:ext cx="1076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课程总结与致谢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016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ap="flat" cmpd="sng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1714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228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应用拓展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730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工作流不仅能处理工具类任务，也能广泛应用于内容创作等创意领域。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1714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72000" y="228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输入决定输出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730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输入的主题与金句直接决定了图文的核心主题、情感基调及整体视觉风格。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1714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28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多环节协作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730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AI可在文案撰写、配图选择、版式设计等环节提供支持，实现流程化创作。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431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感谢观看！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下节课我们将对整个课程进行总结，并深入探讨AI技术的未来发展趋势。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QzODcyNGFhZmEzNjVhZTY5ZjNiMTM1MDZiMzE4O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WPS 演示</Application>
  <PresentationFormat/>
  <Paragraphs>128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周磊</cp:lastModifiedBy>
  <cp:revision>1</cp:revision>
  <dcterms:created xsi:type="dcterms:W3CDTF">2026-03-30T11:15:34Z</dcterms:created>
  <dcterms:modified xsi:type="dcterms:W3CDTF">2026-03-30T11:15:34Z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BA08FF4F752244C2565BCA69067FB0B7_42</vt:lpwstr>
  </property>
  <property fmtid="{D5CDD505-2E9C-101B-9397-08002B2CF9AE}" pid="3" name="KSOProductBuildVer">
    <vt:lpwstr>2052-6.9.0.8865</vt:lpwstr>
  </property>
</Properties>
</file>