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</p:sldMasterIdLst>
  <p:notesMasterIdLst>
    <p:notesMasterId r:id="rId6"/>
  </p:notesMasterIdLst>
  <p:sldIdLst>
    <p:sldId id="256" r:id="rId5"/>
    <p:sldId id="257" r:id="rId7"/>
    <p:sldId id="258" r:id="rId8"/>
    <p:sldId id="259" r:id="rId9"/>
    <p:sldId id="260" r:id="rId10"/>
    <p:sldId id="261" r:id="rId11"/>
    <p:sldId id="262" r:id="rId12"/>
    <p:sldId id="268" r:id="rId13"/>
    <p:sldId id="265" r:id="rId14"/>
    <p:sldId id="266" r:id="rId15"/>
    <p:sldId id="267" r:id="rId16"/>
  </p:sldIdLst>
  <p:sldSz cx="12192000" cy="6858000"/>
  <p:notesSz cx="6858000" cy="9144000"/>
  <p:custDataLst>
    <p:tags r:id="rId20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24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4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0" Type="http://schemas.openxmlformats.org/officeDocument/2006/relationships/tags" Target="tags/tag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大家好！今天我们将学习一项超酷的技能——用扣子开发网页应用！我们的目标是让AI帮我们做出一个能玩的贪吃蛇游戏。想象一下，你亲手制作的游戏可以分享给全班同学一起玩，是不是很激动？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首先，我们来了解一下什么是网页应用。简单来说，网页应用就是用浏览器打开就能用的“小程序”，比如我们玩过的在线小游戏、番茄钟计时器等等。它最大的好处就是不用下载安装，非常方便。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在扣子平台上，开发网页应用有好几种方式。今天我们重点学习两种最简单、最适合初学者的方式：一种是用“扣子空间”，一句话就能生成网页；另一种是用“工作流+HTML”，可以让网页拥有AI能力。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来看方式一：扣子空间。你只需要访问space.coze.cn，然后像聊天一样，用自然语言告诉AI你想要一个什么样的网页，比如“帮我做一个贪吃蛇小游戏”，AI就会自动帮你生成完整的网页，整个过程不用写一行代码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现在我们来实操一下。第一步，打开扣子空间，选择网页模式，然后输入我们的详细需求。这里我给大家展示一个完整的提示词，大家可以参考这个格式来描述你想要的游戏。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输入需求后，AI会开始工作，它会先理解你的需求，然后自动编写代码，最后生成网页。这个过程大概需要1到3分钟。生成完成后，你可以在预览窗口直接玩游戏，如果不满意，还可以继续和AI对话，提出修改意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当你对游戏满意后，就可以点击“发布”按钮。发布成功后，你会得到一个专属的链接，可以把这个链接分享给你的同学，让他们也来玩你制作的游戏。你还可以下载完整的源代码，自己继续学习和修改。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来看方式一：扣子空间。你只需要访问space.coze.cn，然后像聊天一样，用自然语言告诉AI你想要一个什么样的网页，比如“帮我做一个贪吃蛇小游戏”，AI就会自动帮你生成完整的网页，整个过程不用写一行代码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课程结束后，大家可以尝试完成这些课后挑战。初级挑战是用扣子空间做一个单词卡片网页，中级挑战是做一个番茄钟计时器，高级挑战则是尝试用工作流制作一个带AI功能的小游戏。当然，你也可以发挥想象力，制作更多有趣的网页应用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总结一下今天的课程。我们学习了网页应用的概念，以及两种在扣子平台上开发网页应用的方式：简单易用的扣子空间，和功能更强大的工作流+HTML。希望大家都能动手尝试，做出属于自己的第一个网页应用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课程到此结束，感谢大家的参与！现在，轮到你们了，试试看，你的第一个网页应用会是什么呢？期待看到你们的创意！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  <p:sp>
        <p:nvSpPr>
          <p:cNvPr id="1" name="文本框 0"/>
          <p:cNvSpPr txBox="1"/>
          <p:nvPr userDrawn="1"/>
        </p:nvSpPr>
        <p:spPr>
          <a:xfrm>
            <a:off x="9335770" y="597154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  <p:pic>
        <p:nvPicPr>
          <p:cNvPr id="1" name="图片 0" descr="传智教育logo-横版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807325" y="5175885"/>
            <a:ext cx="4384675" cy="1644015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0.jpeg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6.svg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svg"/><Relationship Id="rId8" Type="http://schemas.openxmlformats.org/officeDocument/2006/relationships/image" Target="../media/image23.png"/><Relationship Id="rId7" Type="http://schemas.openxmlformats.org/officeDocument/2006/relationships/image" Target="../media/image22.svg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25.jpeg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4.svg"/><Relationship Id="rId6" Type="http://schemas.openxmlformats.org/officeDocument/2006/relationships/image" Target="../media/image13.png"/><Relationship Id="rId5" Type="http://schemas.openxmlformats.org/officeDocument/2006/relationships/image" Target="../media/image29.svg"/><Relationship Id="rId4" Type="http://schemas.openxmlformats.org/officeDocument/2006/relationships/image" Target="../media/image28.png"/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34.jpeg"/><Relationship Id="rId7" Type="http://schemas.openxmlformats.org/officeDocument/2006/relationships/image" Target="../media/image22.svg"/><Relationship Id="rId6" Type="http://schemas.openxmlformats.org/officeDocument/2006/relationships/image" Target="../media/image21.png"/><Relationship Id="rId5" Type="http://schemas.openxmlformats.org/officeDocument/2006/relationships/image" Target="../media/image33.svg"/><Relationship Id="rId4" Type="http://schemas.openxmlformats.org/officeDocument/2006/relationships/image" Target="../media/image32.png"/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41.jpeg"/><Relationship Id="rId7" Type="http://schemas.openxmlformats.org/officeDocument/2006/relationships/image" Target="../media/image40.svg"/><Relationship Id="rId6" Type="http://schemas.openxmlformats.org/officeDocument/2006/relationships/image" Target="../media/image39.png"/><Relationship Id="rId5" Type="http://schemas.openxmlformats.org/officeDocument/2006/relationships/image" Target="../media/image38.svg"/><Relationship Id="rId4" Type="http://schemas.openxmlformats.org/officeDocument/2006/relationships/image" Target="../media/image37.png"/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0" Type="http://schemas.openxmlformats.org/officeDocument/2006/relationships/notesSlide" Target="../notesSlides/notesSlide7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svg"/><Relationship Id="rId8" Type="http://schemas.openxmlformats.org/officeDocument/2006/relationships/image" Target="../media/image23.png"/><Relationship Id="rId7" Type="http://schemas.openxmlformats.org/officeDocument/2006/relationships/image" Target="../media/image22.svg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13.xml"/><Relationship Id="rId10" Type="http://schemas.openxmlformats.org/officeDocument/2006/relationships/image" Target="../media/image25.jpeg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49.svg"/><Relationship Id="rId8" Type="http://schemas.openxmlformats.org/officeDocument/2006/relationships/image" Target="../media/image48.png"/><Relationship Id="rId7" Type="http://schemas.openxmlformats.org/officeDocument/2006/relationships/image" Target="../media/image47.svg"/><Relationship Id="rId6" Type="http://schemas.openxmlformats.org/officeDocument/2006/relationships/image" Target="../media/image46.png"/><Relationship Id="rId5" Type="http://schemas.openxmlformats.org/officeDocument/2006/relationships/image" Target="../media/image45.svg"/><Relationship Id="rId4" Type="http://schemas.openxmlformats.org/officeDocument/2006/relationships/image" Target="../media/image44.png"/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.svg"/><Relationship Id="rId8" Type="http://schemas.openxmlformats.org/officeDocument/2006/relationships/image" Target="../media/image52.png"/><Relationship Id="rId7" Type="http://schemas.openxmlformats.org/officeDocument/2006/relationships/image" Target="../media/image51.svg"/><Relationship Id="rId6" Type="http://schemas.openxmlformats.org/officeDocument/2006/relationships/image" Target="../media/image50.png"/><Relationship Id="rId5" Type="http://schemas.openxmlformats.org/officeDocument/2006/relationships/image" Target="../media/image47.svg"/><Relationship Id="rId4" Type="http://schemas.openxmlformats.org/officeDocument/2006/relationships/image" Target="../media/image46.png"/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1" Type="http://schemas.openxmlformats.org/officeDocument/2006/relationships/notesSlide" Target="../notesSlides/notesSlide10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4.jpeg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1200" y="10160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508000" y="177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用扣子开发网页应用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715000" y="2667000"/>
            <a:ext cx="762000" cy="508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08000" y="29210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让 AI 帮你做出能玩的贪吃蛇游戏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191000" y="4826000"/>
            <a:ext cx="3810000" cy="5080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191000" y="4889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6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中学</a:t>
            </a:r>
            <a:r>
              <a:rPr lang="en-US" sz="16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生信息技术 / 社团课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43600" y="5588000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508000"/>
            <a:ext cx="5359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网页应用是什么？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080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一句话定义：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286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用浏览器打开的“小程序”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048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核心优势：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556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打开网址就能用，不用下载安装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604000" y="1524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生活中的网页应用示例：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604000" y="2032000"/>
            <a:ext cx="4826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635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731000" y="2159000"/>
            <a:ext cx="889000" cy="889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7747000" y="23495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在线贪吃蛇小游戏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604000" y="3302000"/>
            <a:ext cx="4826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635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731000" y="3429000"/>
            <a:ext cx="889000" cy="889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7747000" y="36195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番茄钟计时器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604000" y="4572000"/>
            <a:ext cx="4826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635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31000" y="4699000"/>
            <a:ext cx="889000" cy="889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8"/>
          <p:cNvSpPr/>
          <p:nvPr/>
        </p:nvSpPr>
        <p:spPr>
          <a:xfrm>
            <a:off x="7747000" y="48895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单词背诵卡片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在扣子里开发网页应用有哪些方式？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5000"/>
            </a:srgbClr>
          </a:solidFill>
          <a:ln w="38100" cap="flat" cmpd="sng">
            <a:solidFill>
              <a:srgbClr val="7ED321">
                <a:alpha val="100000"/>
              </a:srgbClr>
            </a:solidFill>
            <a:prstDash val="solid"/>
            <a:round/>
          </a:ln>
          <a:effectLst>
            <a:outerShdw blurRad="101600" dist="50800" dir="54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685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177800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方式1——扣子空间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用自然语言对话，AI自动生成完整网页。</a:t>
            </a:r>
            <a:endParaRPr lang="en-US" sz="18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842000" y="306705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4A90E2">
                <a:alpha val="30000"/>
              </a:srgbClr>
            </a:solidFill>
            <a:prstDash val="solid"/>
            <a:round/>
          </a:ln>
          <a:effectLst>
            <a:outerShdw blurRad="101600" dist="50800" dir="54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0" y="338455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858000" y="319405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方式2——扣子编程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让AI智能体帮你生成代码。</a:t>
            </a:r>
            <a:endParaRPr lang="en-US" sz="18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" y="4826000"/>
            <a:ext cx="10541000" cy="1016000"/>
          </a:xfrm>
          <a:prstGeom prst="roundRect">
            <a:avLst>
              <a:gd name="adj" fmla="val 25000"/>
            </a:avLst>
          </a:prstGeom>
          <a:solidFill>
            <a:srgbClr val="F5A623">
              <a:alpha val="10000"/>
            </a:srgbClr>
          </a:solidFill>
          <a:ln w="25400" cap="flat" cmpd="sng">
            <a:solidFill>
              <a:srgbClr val="F5A623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1308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524000" y="4953000"/>
            <a:ext cx="952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本课重点：方式2，最简单、最适合初学者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381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方式1——扣子</a:t>
            </a:r>
            <a:r>
              <a:rPr lang="zh-CN" altLang="en-US" sz="4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编程</a:t>
            </a:r>
            <a:r>
              <a:rPr lang="en-US" sz="4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：一句话生成网页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1524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219200" y="1473200"/>
            <a:ext cx="571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网址：</a:t>
            </a:r>
            <a:r>
              <a:rPr lang="en-US" sz="2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code.coze.cn</a:t>
            </a:r>
            <a:endParaRPr lang="en-US" sz="24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21590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219200" y="2108200"/>
            <a:ext cx="571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怎么做：</a:t>
            </a:r>
            <a:r>
              <a:rPr lang="en-US" sz="2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对话描述需求，AI自动生成网页。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27940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219200" y="2743200"/>
            <a:ext cx="571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例子：</a:t>
            </a:r>
            <a:r>
              <a:rPr lang="en-US" sz="2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“帮我做一个贪吃蛇小游戏网页，用键盘方向键控制蛇移动”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2000" y="36830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219200" y="3632200"/>
            <a:ext cx="571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特点：</a:t>
            </a:r>
            <a:r>
              <a:rPr lang="en-US" sz="2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零代码门槛，纯自然语言交互。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7620000" y="1651000"/>
            <a:ext cx="3048000" cy="3048000"/>
          </a:xfrm>
          <a:prstGeom prst="roundRect">
            <a:avLst>
              <a:gd name="adj" fmla="val 8333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14" name="AutoShape 14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79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实操：做贪吃蛇（第1步：描述需求）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1651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270000" y="16002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打开</a:t>
            </a:r>
            <a:r>
              <a:rPr lang="en-US" sz="24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code.coze.cn</a:t>
            </a: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(扣子</a:t>
            </a:r>
            <a:r>
              <a:rPr lang="zh-CN" alt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编程</a:t>
            </a: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2286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270000" y="22352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在创建界面选择</a:t>
            </a:r>
            <a:r>
              <a:rPr lang="en-US" sz="24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「网页」</a:t>
            </a: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模式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3048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270000" y="29972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输入详细需求提示词：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556000"/>
            <a:ext cx="10668000" cy="2032000"/>
          </a:xfrm>
          <a:prstGeom prst="roundRect">
            <a:avLst>
              <a:gd name="adj" fmla="val 6250"/>
            </a:avLst>
          </a:prstGeom>
          <a:solidFill>
            <a:srgbClr val="F7F9FC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762000" y="3556000"/>
            <a:ext cx="10668000" cy="381000"/>
          </a:xfrm>
          <a:prstGeom prst="roundRect">
            <a:avLst>
              <a:gd name="adj" fmla="val 0"/>
            </a:avLst>
          </a:prstGeom>
          <a:solidFill>
            <a:srgbClr val="E1E8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952500" y="3683000"/>
            <a:ext cx="127000" cy="127000"/>
          </a:xfrm>
          <a:prstGeom prst="ellipse">
            <a:avLst/>
          </a:prstGeom>
          <a:solidFill>
            <a:srgbClr val="FF5F5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206500" y="3683000"/>
            <a:ext cx="127000" cy="127000"/>
          </a:xfrm>
          <a:prstGeom prst="ellipse">
            <a:avLst/>
          </a:prstGeom>
          <a:solidFill>
            <a:srgbClr val="FFBD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460500" y="3683000"/>
            <a:ext cx="127000" cy="127000"/>
          </a:xfrm>
          <a:prstGeom prst="ellipse">
            <a:avLst/>
          </a:prstGeom>
          <a:solidFill>
            <a:srgbClr val="27C93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89000" y="4000500"/>
            <a:ext cx="1041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帮我开发一个贪吃蛇小游戏网页：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1. 键盘方向键控制移动 2. 吃食物变长 3. 撞墙/撞自己结束 4. 显示分数 5. 重新开始按钮 6. 风格简洁（适合初中生）</a:t>
            </a:r>
            <a:endParaRPr lang="en-US" sz="1800" b="0" i="0" u="none" strike="noStrike">
              <a:solidFill>
                <a:srgbClr val="6464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62000" y="5842000"/>
            <a:ext cx="10668000" cy="508000"/>
          </a:xfrm>
          <a:prstGeom prst="roundRect">
            <a:avLst>
              <a:gd name="adj" fmla="val 50000"/>
            </a:avLst>
          </a:prstGeom>
          <a:solidFill>
            <a:srgbClr val="4A90E2">
              <a:alpha val="10000"/>
            </a:srgbClr>
          </a:solidFill>
          <a:ln w="12700" cap="flat" cmpd="sng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89000" y="59055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💡 提示：需求描述越详细，AI 生成的效果越精准！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143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实操：做贪吃蛇（第2步·等待生成）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588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4A90E2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05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18542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AI 自动生成流程：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2860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需求文档 → 确认需求 → 自动编写代码 → 生成网页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048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29972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生成耗时：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3429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约</a:t>
            </a:r>
            <a:r>
              <a:rPr lang="en-US" sz="20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1–3 分钟</a:t>
            </a:r>
            <a:r>
              <a:rPr lang="en-US" sz="18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（贪吃蛇类小游戏）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937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97000" y="38862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生成后操作：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43180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1. 预览窗口直接测试游戏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2. 不满意可继续对话提修改要求</a:t>
            </a:r>
            <a:endParaRPr lang="en-US" sz="18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7366000" y="1778000"/>
            <a:ext cx="3302000" cy="3302000"/>
          </a:xfrm>
          <a:prstGeom prst="roundRect">
            <a:avLst>
              <a:gd name="adj" fmla="val 7692"/>
            </a:avLst>
          </a:prstGeom>
          <a:noFill/>
          <a:ln w="508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190500" dist="635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16" name="AutoShape 16"/>
          <p:cNvSpPr/>
          <p:nvPr/>
        </p:nvSpPr>
        <p:spPr>
          <a:xfrm>
            <a:off x="0" y="6756400"/>
            <a:ext cx="12192000" cy="1016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4A90E2">
                  <a:alpha val="100000"/>
                </a:srgbClr>
              </a:gs>
              <a:gs pos="100000">
                <a:srgbClr val="7ED321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做贪吃蛇：发布与分享（第3步）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6604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4A90E2">
                <a:alpha val="3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2032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生成游戏后，点击界面的“发布”按钮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048000"/>
            <a:ext cx="6604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F5A623">
                <a:alpha val="3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F5A623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3020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778000" y="3302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获得专属链接，分享给同学一起玩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4318000"/>
            <a:ext cx="6604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7ED321">
                <a:alpha val="3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7ED32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5720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778000" y="4572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下载完整源代码，自由修改升级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636000" y="2032000"/>
            <a:ext cx="2286000" cy="2540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8890000" y="2159000"/>
            <a:ext cx="1778000" cy="1778000"/>
          </a:xfrm>
          <a:prstGeom prst="roundRect">
            <a:avLst>
              <a:gd name="adj" fmla="val 7142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8763000" y="4064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扫码体验示例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381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方式2——扣子</a:t>
            </a:r>
            <a:r>
              <a:rPr lang="zh-CN" altLang="en-US" sz="4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空间</a:t>
            </a:r>
            <a:r>
              <a:rPr lang="en-US" sz="4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：一句话生成网页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1524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219200" y="1473200"/>
            <a:ext cx="571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网址：space</a:t>
            </a:r>
            <a:r>
              <a:rPr lang="en-US" sz="2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.coze.cn</a:t>
            </a:r>
            <a:endParaRPr lang="en-US" sz="24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21590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219200" y="2108200"/>
            <a:ext cx="571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怎么做：</a:t>
            </a:r>
            <a:r>
              <a:rPr lang="en-US" sz="2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对话描述需求，AI自动生成网页。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27940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219200" y="2743200"/>
            <a:ext cx="571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例子：</a:t>
            </a:r>
            <a:r>
              <a:rPr lang="en-US" sz="2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“帮我做一个贪吃蛇小游戏网页，用键盘方向键控制蛇移动”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2000" y="36830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219200" y="3632200"/>
            <a:ext cx="571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特点：</a:t>
            </a:r>
            <a:r>
              <a:rPr lang="en-US" sz="2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零代码门槛，纯自然语言交互。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7620000" y="1651000"/>
            <a:ext cx="3048000" cy="3048000"/>
          </a:xfrm>
          <a:prstGeom prst="roundRect">
            <a:avLst>
              <a:gd name="adj" fmla="val 8333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14" name="AutoShape 14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508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课后能做什么？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812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1841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初级挑战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778000" y="22225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用扣子空间做一个“单词卡片”网页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175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5052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778000" y="3365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中级挑战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778000" y="37465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做一个“番茄钟计时器”网页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699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0292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778000" y="4889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高级挑战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778000" y="52705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尝试用工作流+HTML做一个“AI 数学题挑战”小游戏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50000" y="1651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01600" dir="5400000" algn="tl" rotWithShape="0">
              <a:srgbClr val="4A90E2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604000" y="1905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更多灵感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9549">
            <a:off x="6604009" y="2406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04000" y="26670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85000" y="2603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星座配对游戏</a:t>
            </a:r>
            <a:endParaRPr lang="en-US" sz="110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04000" y="33020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985000" y="3238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刷题网页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04000" y="39370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985000" y="3873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活动报名页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604000" y="4699000"/>
            <a:ext cx="4572000" cy="762000"/>
          </a:xfrm>
          <a:prstGeom prst="roundRect">
            <a:avLst>
              <a:gd name="adj" fmla="val 16666"/>
            </a:avLst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731000" y="48260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扣子空间里都能做，发挥你的想象力！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1651000"/>
            <a:ext cx="10668000" cy="4318000"/>
          </a:xfrm>
          <a:prstGeom prst="roundRect">
            <a:avLst>
              <a:gd name="adj" fmla="val 5882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2692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课程总结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2032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1955800"/>
            <a:ext cx="939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网页应用：</a:t>
            </a:r>
            <a:r>
              <a:rPr lang="en-US" sz="2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用浏览器打开就能直接使用的程序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3000" y="2794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1000" y="2717800"/>
            <a:ext cx="939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扣子空间：</a:t>
            </a:r>
            <a:r>
              <a:rPr lang="en-US" sz="2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说需求 → AI 自动生成网页，无需编写代码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43000" y="3556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651000" y="3479800"/>
            <a:ext cx="939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工作流+HTML：</a:t>
            </a:r>
            <a:r>
              <a:rPr lang="en-US" sz="2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在代码节点中编写网页代码，赋予网页 AI 能力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3000" y="4318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651000" y="4241800"/>
            <a:ext cx="939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实战成果：</a:t>
            </a:r>
            <a:r>
              <a:rPr lang="en-US" sz="2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完成贪吃蛇游戏制作，课后可尝试更多创意开发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5918200"/>
            <a:ext cx="10668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4A90E2">
                  <a:alpha val="100000"/>
                </a:srgbClr>
              </a:gs>
              <a:gs pos="100000">
                <a:srgbClr val="7ED321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393700" y="508000"/>
            <a:ext cx="11404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试试看，你的第一个网页应用是什么？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397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课程结束，感谢参与！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080000" y="2159000"/>
            <a:ext cx="2032000" cy="2032000"/>
          </a:xfrm>
          <a:prstGeom prst="roundRect">
            <a:avLst>
              <a:gd name="adj" fmla="val 12500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4A90E2">
                <a:alpha val="30000"/>
              </a:srgbClr>
            </a:outerShdw>
          </a:effectLst>
        </p:spPr>
      </p:pic>
      <p:sp>
        <p:nvSpPr>
          <p:cNvPr id="7" name="AutoShape 7"/>
          <p:cNvSpPr/>
          <p:nvPr/>
        </p:nvSpPr>
        <p:spPr>
          <a:xfrm>
            <a:off x="1016000" y="4445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用代码点亮创意，期待你的作品！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715000" y="4953000"/>
            <a:ext cx="762000" cy="50800"/>
          </a:xfrm>
          <a:prstGeom prst="roundRect">
            <a:avLst>
              <a:gd name="adj" fmla="val 400000"/>
            </a:avLst>
          </a:prstGeom>
          <a:solidFill>
            <a:srgbClr val="F5A62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2QzODcyNGFhZmEzNjVhZTY5ZjNiMTM1MDZiMzE4OW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1005</Words>
  <Application>WPS 演示</Application>
  <PresentationFormat/>
  <Paragraphs>132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Arial</vt:lpstr>
      <vt:lpstr>宋体</vt:lpstr>
      <vt:lpstr>Wingdings</vt:lpstr>
      <vt:lpstr>Arial</vt:lpstr>
      <vt:lpstr>Noto Sans SC</vt:lpstr>
      <vt:lpstr>Thonburi</vt:lpstr>
      <vt:lpstr>宋体</vt:lpstr>
      <vt:lpstr>汉仪书宋二KW</vt:lpstr>
      <vt:lpstr>微软雅黑</vt:lpstr>
      <vt:lpstr>汉仪旗黑</vt:lpstr>
      <vt:lpstr>Arial Unicode MS</vt:lpstr>
      <vt:lpstr>Apple Color Emoji</vt:lpstr>
      <vt:lpstr>Office 主题​​</vt:lpstr>
      <vt:lpstr>默认主题</vt:lpstr>
      <vt:lpstr>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周磊</cp:lastModifiedBy>
  <cp:revision>7</cp:revision>
  <dcterms:created xsi:type="dcterms:W3CDTF">2026-03-31T08:19:16Z</dcterms:created>
  <dcterms:modified xsi:type="dcterms:W3CDTF">2026-03-31T08:19:16Z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386CBD89298857F0A62DCB692BA1BFF5_42</vt:lpwstr>
  </property>
  <property fmtid="{D5CDD505-2E9C-101B-9397-08002B2CF9AE}" pid="3" name="KSOProductBuildVer">
    <vt:lpwstr>2052-6.9.0.8865</vt:lpwstr>
  </property>
</Properties>
</file>