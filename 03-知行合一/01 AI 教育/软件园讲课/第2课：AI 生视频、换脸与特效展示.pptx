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我们的第二课。今天，我们将一起探索AI在动态内容创作方面的惊人能力，包括如何用AI生成短视频、将静态图片变为动态视频，以及体验神奇的AI换脸和特效技术。让我们一起进入这个充满想象力的动态世界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今天的课程中，我们有三个主要目标。首先，希望能拓展大家的认知，让大家看到AI不仅能画画，还能制作视频。其次，通过一系列炫酷的展示，继续激发大家对AI技术的兴趣和好奇心。最后，也是最重要的，希望大家能直观地体验到，AI内容生成已经进入了动态视频的新时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来看第一个神奇的功能：一句话生成短视频。大家看屏幕，我只输入了“一只可爱的柯基在草地上追逐蝴蝶，阳光明媚，画面温馨治愈”这样一句话，AI就立刻为我们生成了这样一段生动的视频。这就是AI文生视频的能力，它能将我们的文字想象直接转化为动态画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第二个功能：图片转视频。大家看左边这张静态的城市风景照，再看右边，通过AI的处理，我们让这张照片“活”了起来。云彩开始飘动，街道上的车辆川流不息，整个画面充满了动感。这就是AI图生视频的魅力，它能赋予静态图像全新的生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我们来看看更有趣的AI换脸技术。大家看这张对比图，左边是一张普通的男性照片，右边是我们通过AI换脸技术，将他的脸替换到了一个电影角色身上的效果。是不是非常逼真？这就是AI换脸的强大之处，它能让我们轻松实现各种有趣的角色替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换脸，AI还能实现神奇的变装和风格特效。大家看左边，这是一位穿着现代服装的女士。再看右边，通过AI的处理，她不仅换上了美丽的古风汉服，连背景都变成了古代的庭院，整个画面的风格都发生了改变。这就是AI风格迁移和变装的魔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看完了这么多精彩的展示，现在轮到大家来互动了！请大家仔细看屏幕上的这两张城市街景截图，它们看起来都非常逼真。那么问题来了，哪一张是AI生成的，哪一张又是真实拍摄的呢？请认为左边是AI生成的同学举手，认为右边是AI生成的同学举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非常好！看来大家的观察力都非常敏锐。接下来，我们再来做一个小投票。今天我们展示了AI换脸、变装、风格迁移和图片转视频这几种特效，大家对哪一种最感兴趣，最想继续看更多的案例呢？请为你喜欢的特效类型举手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我们今天的课程即将结束。让我们来简单总结一下今天所学的内容：首先，我们认识到AI的能力已经不止于生成静态图片，而是进入了动态视频的广阔领域。其次，我们看到AI能够赋予静态图片动态的生命力。最后，各种AI特效技术让我们的创意表达变得无限可能。希望今天的课程能给大家带来启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非常感谢大家的积极参与和热情互动！今天的AI动态内容创作之旅就到这里。希望大家能感受到AI技术带来的乐趣和无限可能。我们下次课程再见！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0.jpe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5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jpeg" Type="http://schemas.openxmlformats.org/officeDocument/2006/relationships/image"/><Relationship Id="rId7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9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0.jpe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jpeg" Type="http://schemas.openxmlformats.org/officeDocument/2006/relationships/image"/><Relationship Id="rId7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4.jpeg" Type="http://schemas.openxmlformats.org/officeDocument/2006/relationships/image"/><Relationship Id="rId4" Target="../media/image25.jpe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5.svg" Type="http://schemas.openxmlformats.org/officeDocument/2006/relationships/image"/><Relationship Id="rId11" Target="../notesSlides/notesSlide8.xml" Type="http://schemas.openxmlformats.org/officeDocument/2006/relationships/notesSlide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notesSlides/notesSlide10.xml" Type="http://schemas.openxmlformats.org/officeDocument/2006/relationships/notesSlide"/><Relationship Id="rId6" Target="../media/image4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" y="2286000"/>
            <a:ext cx="1143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第2课：AI 生视频、换脸与特效展示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3168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B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381000" y="3429000"/>
            <a:ext cx="1143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探索AI动态内容创作的无限可能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445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72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课程目标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14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286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540000"/>
            <a:ext cx="508000" cy="508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016000" y="3175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拓展认知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619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打破AI仅能处理静态图片的认知，了解其已全面进入动态视频生成领域。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286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5400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699000" y="3175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激发兴趣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99000" y="3619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通过展示炫酷的AI视频特效与案例，建立课堂的新鲜感，保持学习兴奋度。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286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5400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382000" y="3175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直观体验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3619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亲身感受AIGC技术的飞速发展，直观理解其在现代视频创作流程中的实际应用。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一句话生成短视频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2032000"/>
            <a:ext cx="2794000" cy="2794000"/>
          </a:xfrm>
          <a:prstGeom prst="roundRect">
            <a:avLst>
              <a:gd name="adj" fmla="val 6818"/>
            </a:avLst>
          </a:prstGeom>
          <a:noFill/>
          <a:ln w="25400" cmpd="sng" cap="flat">
            <a:solidFill>
              <a:srgbClr val="007BFF">
                <a:alpha val="5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4953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 生成视频画面截图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064000" y="2032000"/>
            <a:ext cx="711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318000" y="2222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4762500" y="21844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输入提示词 (Prompt)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18000" y="2603500"/>
            <a:ext cx="635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“一只可爱的柯基在草地上追逐蝴蝶，阳光明媚，画面温馨治愈。”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064000" y="3556000"/>
            <a:ext cx="711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318000" y="3746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762500" y="37084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生成效果描述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318000" y="4127500"/>
            <a:ext cx="635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只需输入简单的文字描述，AI 就能将抽象的想象转化为充满生机和趣味的动态视频，展现了强大的内容生成与视觉渲染能力。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6045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一张图片延展为动态画面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4064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16000" y="2286000"/>
            <a:ext cx="1778000" cy="1778000"/>
          </a:xfrm>
          <a:prstGeom prst="roundRect">
            <a:avLst>
              <a:gd name="adj" fmla="val 7142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2921000" y="2286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原始素材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921000" y="2730500"/>
            <a:ext cx="177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一张普通的城市风景照片，画面静止，缺乏动态细节。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842000" y="33020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858000" y="2032000"/>
            <a:ext cx="4064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7112000" y="2286000"/>
            <a:ext cx="1778000" cy="1778000"/>
          </a:xfrm>
          <a:prstGeom prst="roundRect">
            <a:avLst>
              <a:gd name="adj" fmla="val 7142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9017000" y="2286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 动态生成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017000" y="2730500"/>
            <a:ext cx="177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云彩飘动，街道上车水马龙，赋予静态图像全新的生命力。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461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图生视频技术：让每一个像素都“活”起来，创造无限的视觉可能。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35179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AI换脸与特效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50000" t="0" b="0"/>
          <a:stretch>
            <a:fillRect/>
          </a:stretch>
        </p:blipFill>
        <p:spPr>
          <a:xfrm rot="0" flipH="false" flipV="false">
            <a:off x="2984500" y="1778000"/>
            <a:ext cx="1905000" cy="1905000"/>
          </a:xfrm>
          <a:prstGeom prst="roundRect">
            <a:avLst>
              <a:gd name="adj" fmla="val 6666"/>
            </a:avLst>
          </a:prstGeom>
          <a:noFill/>
          <a:ln w="25400" cmpd="sng" cap="flat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5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50000" r="0" t="0" b="0"/>
          <a:stretch>
            <a:fillRect/>
          </a:stretch>
        </p:blipFill>
        <p:spPr>
          <a:xfrm rot="0" flipH="false" flipV="false">
            <a:off x="5270500" y="1778000"/>
            <a:ext cx="1905000" cy="1905000"/>
          </a:xfrm>
          <a:prstGeom prst="roundRect">
            <a:avLst>
              <a:gd name="adj" fmla="val 6666"/>
            </a:avLst>
          </a:prstGeom>
          <a:noFill/>
          <a:ln w="25400" cmpd="sng" cap="flat">
            <a:solidFill>
              <a:srgbClr val="0047BD">
                <a:alpha val="8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2984500" y="38100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原图：普通男性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270500" y="38100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换脸后：电影角色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572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000000">
              <a:alpha val="60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699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利用AI换脸技术，将普通男性的面部特征完美融合到电影角色身上，效果逼真自然。这一演示使用了“即梦”AI工具中的分身替换功能，展示了AI在视觉特效领域的强大潜力。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1176000" y="381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457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AI变装与风格特效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905000" y="1905000"/>
            <a:ext cx="254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32000" y="2032000"/>
            <a:ext cx="2286000" cy="2286000"/>
          </a:xfrm>
          <a:prstGeom prst="roundRect">
            <a:avLst>
              <a:gd name="adj" fmla="val 5555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1270000" y="4572000"/>
            <a:ext cx="381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现代原图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穿着现代服装的女性站在城市街头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791200" y="2870200"/>
            <a:ext cx="609600" cy="609600"/>
          </a:xfrm>
          <a:prstGeom prst="rect">
            <a:avLst/>
          </a:prstGeom>
          <a:effectLst>
            <a:outerShdw dir="2700000" dist="190500" blurRad="127000" algn="tl" rotWithShape="false">
              <a:srgbClr val="007BFF">
                <a:alpha val="60000"/>
              </a:srgbClr>
            </a:outerShdw>
          </a:effectLst>
        </p:spPr>
      </p:pic>
      <p:sp>
        <p:nvSpPr>
          <p:cNvPr name="AutoShape 9" id="9"/>
          <p:cNvSpPr/>
          <p:nvPr/>
        </p:nvSpPr>
        <p:spPr>
          <a:xfrm rot="0" flipH="false" flipV="false">
            <a:off x="7747000" y="1905000"/>
            <a:ext cx="254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7874000" y="2032000"/>
            <a:ext cx="2286000" cy="2286000"/>
          </a:xfrm>
          <a:prstGeom prst="roundRect">
            <a:avLst>
              <a:gd name="adj" fmla="val 5555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7112000" y="4572000"/>
            <a:ext cx="381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AI风格迁移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瞬间换上古风汉服，背景变为古色古香的庭院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62C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40259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互动环节：猜猜看！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大家仔细观察这两张城市街景的截图，你们能分辨出哪一张是AI生成的，哪一张是真实拍摄的吗？请大家举手告诉我你的答案。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032000" y="2413000"/>
            <a:ext cx="2794000" cy="3048000"/>
          </a:xfrm>
          <a:prstGeom prst="roundRect">
            <a:avLst>
              <a:gd name="adj" fmla="val 4545"/>
            </a:avLst>
          </a:prstGeom>
          <a:solidFill>
            <a:srgbClr val="FFFFFF">
              <a:alpha val="10000"/>
            </a:srgbClr>
          </a:solidFill>
          <a:ln w="254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159000" y="2540000"/>
            <a:ext cx="2540000" cy="2540000"/>
          </a:xfrm>
          <a:prstGeom prst="roundRect">
            <a:avLst>
              <a:gd name="adj" fmla="val 5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2032000" y="552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图片 A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66000" y="2413000"/>
            <a:ext cx="2794000" cy="3048000"/>
          </a:xfrm>
          <a:prstGeom prst="roundRect">
            <a:avLst>
              <a:gd name="adj" fmla="val 4545"/>
            </a:avLst>
          </a:prstGeom>
          <a:solidFill>
            <a:srgbClr val="FFFFFF">
              <a:alpha val="10000"/>
            </a:srgbClr>
          </a:solidFill>
          <a:ln w="254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7493000" y="2540000"/>
            <a:ext cx="2540000" cy="2540000"/>
          </a:xfrm>
          <a:prstGeom prst="roundRect">
            <a:avLst>
              <a:gd name="adj" fmla="val 5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7366000" y="552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图片 B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892800" y="37338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1066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互动环节：你最想看哪个？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272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今天我们展示了多种AI特效，包括换脸、变装、风格迁移和图片转视频。大家对哪一种效果最感兴趣，最想继续深入了解和观看更多案例呢？请大家举手投票！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667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4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2984500"/>
            <a:ext cx="508000" cy="508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778000" y="30480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AI换脸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2667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4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67500" y="29845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366000" y="30480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AI变装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064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4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79500" y="43815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778000" y="44450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AI风格迁移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4064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4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67500" y="4381500"/>
            <a:ext cx="508000" cy="508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366000" y="44450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图片转视频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588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请为你喜欢的特效类型举手示意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课程总结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86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5400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3175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AI不止于图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683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AI的能力已经从静态图像生成扩展到了动态视频创作，展现了强大的内容生成潜力。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286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5400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699000" y="3175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静态到动态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3683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AI能够将静态图片转化为生动的动态视频，为内容创作提供了全新的可能性。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2286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5400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382000" y="3175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创意无限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82000" y="3683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AI换脸、变装、风格迁移等特效技术，让创意表达变得更加自由和有趣。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334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588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 正在重塑内容创作的边界，让想象力成为第一生产力。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791200" y="1651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609600" y="2413000"/>
            <a:ext cx="10972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3429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" y="3810000"/>
            <a:ext cx="1097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期待下次课程与你继续探索AI的无限可能！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" y="5715000"/>
            <a:ext cx="10972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4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AI动态内容创作课程 · 2024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