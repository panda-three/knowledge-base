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462" r:id="rId45"/>
    <p:sldId id="463" r:id="rId47"/>
    <p:sldId id="1538" r:id="rId48"/>
    <p:sldId id="1642" r:id="rId60"/>
    <p:sldId id="974" r:id="rId94"/>
    <p:sldId id="1103" r:id="rId72"/>
    <p:sldId id="860" r:id="rId61"/>
    <p:sldId id="2024" r:id="rId176"/>
    <p:sldId id="264" r:id="rId16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72" Type="http://schemas.openxmlformats.org/officeDocument/2006/relationships/slide" Target="slides/slide6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